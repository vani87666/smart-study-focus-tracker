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353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55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265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31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785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10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618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30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15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31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79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9F548-76AC-4E41-92E0-29904FDE50EE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D775CE4-10AC-4B26-AE1B-85D852A8821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1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FB02FC-F6C3-13ED-7DA9-2CA2B9E3FA46}"/>
              </a:ext>
            </a:extLst>
          </p:cNvPr>
          <p:cNvSpPr txBox="1"/>
          <p:nvPr/>
        </p:nvSpPr>
        <p:spPr>
          <a:xfrm>
            <a:off x="2320413" y="1670239"/>
            <a:ext cx="879003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Project Name : </a:t>
            </a:r>
            <a:r>
              <a:rPr lang="en-US" b="1" dirty="0"/>
              <a:t>Smart Study Focus Tracker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Team Leader Name: </a:t>
            </a:r>
            <a:r>
              <a:rPr lang="en-US" dirty="0"/>
              <a:t>Shivani Nikam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Team Member : </a:t>
            </a:r>
            <a:r>
              <a:rPr lang="en-US" dirty="0"/>
              <a:t>1) Rupali </a:t>
            </a:r>
            <a:r>
              <a:rPr lang="en-US" dirty="0" err="1"/>
              <a:t>Korhale</a:t>
            </a:r>
            <a:r>
              <a:rPr lang="en-US" dirty="0"/>
              <a:t>  </a:t>
            </a:r>
          </a:p>
          <a:p>
            <a:r>
              <a:rPr lang="en-US" dirty="0"/>
              <a:t>                                    2) Sairam Khatri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College Name: </a:t>
            </a:r>
            <a:r>
              <a:rPr lang="en-US" dirty="0" err="1"/>
              <a:t>Padmbhushan</a:t>
            </a:r>
            <a:r>
              <a:rPr lang="en-US" dirty="0"/>
              <a:t> </a:t>
            </a:r>
            <a:r>
              <a:rPr lang="en-US" dirty="0" err="1"/>
              <a:t>Vasantdada</a:t>
            </a:r>
            <a:r>
              <a:rPr lang="en-US" dirty="0"/>
              <a:t> Institute Of Technology </a:t>
            </a:r>
            <a:r>
              <a:rPr lang="en-US" dirty="0" err="1"/>
              <a:t>Bavdhan</a:t>
            </a:r>
            <a:r>
              <a:rPr lang="en-US" dirty="0"/>
              <a:t> ,Pune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Academic Year: </a:t>
            </a:r>
            <a:r>
              <a:rPr lang="en-US" dirty="0"/>
              <a:t>2025-26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Department Name: </a:t>
            </a:r>
            <a:r>
              <a:rPr lang="en-US" dirty="0" err="1"/>
              <a:t>Computor</a:t>
            </a:r>
            <a:r>
              <a:rPr lang="en-US" dirty="0"/>
              <a:t> Engineering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5B5ACA-C5C0-7340-6C75-3E501353E370}"/>
              </a:ext>
            </a:extLst>
          </p:cNvPr>
          <p:cNvSpPr txBox="1"/>
          <p:nvPr/>
        </p:nvSpPr>
        <p:spPr>
          <a:xfrm>
            <a:off x="5260259" y="169295"/>
            <a:ext cx="61156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65256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7A7D3-AD57-19A4-5212-9C41FA780992}"/>
              </a:ext>
            </a:extLst>
          </p:cNvPr>
          <p:cNvSpPr txBox="1"/>
          <p:nvPr/>
        </p:nvSpPr>
        <p:spPr>
          <a:xfrm>
            <a:off x="3807542" y="193876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FCB2B78-4B1A-058B-7D52-CE59F8DA2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348" y="1615541"/>
            <a:ext cx="1095043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management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 critical factor in academic success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often struggle to maintain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focus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study sessions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Distractions such as mobile usage and social media reduce productivity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awareness about actual study time leads to inefficiency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simple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to monitor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improve study habits </a:t>
            </a:r>
          </a:p>
        </p:txBody>
      </p:sp>
    </p:spTree>
    <p:extLst>
      <p:ext uri="{BB962C8B-B14F-4D97-AF65-F5344CB8AC3E}">
        <p14:creationId xmlns:p14="http://schemas.microsoft.com/office/powerpoint/2010/main" val="2246442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729FCD-C4AF-90BE-BF08-E5CA32C7544F}"/>
              </a:ext>
            </a:extLst>
          </p:cNvPr>
          <p:cNvSpPr txBox="1"/>
          <p:nvPr/>
        </p:nvSpPr>
        <p:spPr>
          <a:xfrm>
            <a:off x="3089788" y="347233"/>
            <a:ext cx="89252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81E118-C0ED-E572-7BD6-E78703165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703" y="1362896"/>
            <a:ext cx="787427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overestimate their productive study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proper system to track study vs break duration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interruptions reduce concentration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feedback on study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tools are either complex or not student-friendly </a:t>
            </a:r>
          </a:p>
        </p:txBody>
      </p:sp>
    </p:spTree>
    <p:extLst>
      <p:ext uri="{BB962C8B-B14F-4D97-AF65-F5344CB8AC3E}">
        <p14:creationId xmlns:p14="http://schemas.microsoft.com/office/powerpoint/2010/main" val="3252638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F755AC-1385-853F-7C48-228FB2B313FF}"/>
              </a:ext>
            </a:extLst>
          </p:cNvPr>
          <p:cNvSpPr txBox="1"/>
          <p:nvPr/>
        </p:nvSpPr>
        <p:spPr>
          <a:xfrm>
            <a:off x="4328651" y="243037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Objective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15BD8A-A7C2-EF3C-5557-15DB3DE48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5213" y="1539877"/>
            <a:ext cx="819602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simple system to track study and break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calculate a focus score based on user input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focus levels (Low, Medium, High)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immediate feedback for self-improvement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an easy-to-use interface for students </a:t>
            </a:r>
          </a:p>
        </p:txBody>
      </p:sp>
    </p:spTree>
    <p:extLst>
      <p:ext uri="{BB962C8B-B14F-4D97-AF65-F5344CB8AC3E}">
        <p14:creationId xmlns:p14="http://schemas.microsoft.com/office/powerpoint/2010/main" val="163790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ECCD8E-F98A-B521-E2DB-DB6AB22AB15A}"/>
              </a:ext>
            </a:extLst>
          </p:cNvPr>
          <p:cNvSpPr txBox="1"/>
          <p:nvPr/>
        </p:nvSpPr>
        <p:spPr>
          <a:xfrm>
            <a:off x="3463413" y="361024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Proposed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F60D97-97E3-8671-66F8-E738B6268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691" y="1805347"/>
            <a:ext cx="797686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inputs study time and break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processes input using rule-based logic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focus score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categorized result (Low / Medium / High focus)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warning for excessive breaks </a:t>
            </a:r>
          </a:p>
        </p:txBody>
      </p:sp>
    </p:spTree>
    <p:extLst>
      <p:ext uri="{BB962C8B-B14F-4D97-AF65-F5344CB8AC3E}">
        <p14:creationId xmlns:p14="http://schemas.microsoft.com/office/powerpoint/2010/main" val="272686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750799-005B-D8E8-BA17-CA4B3AE34AE9}"/>
              </a:ext>
            </a:extLst>
          </p:cNvPr>
          <p:cNvSpPr txBox="1"/>
          <p:nvPr/>
        </p:nvSpPr>
        <p:spPr>
          <a:xfrm>
            <a:off x="3807541" y="252869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/>
              <a:t>Methodology</a:t>
            </a:r>
            <a:endParaRPr lang="en-IN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5F1BC-B113-C307-2B62-987E6911E59C}"/>
              </a:ext>
            </a:extLst>
          </p:cNvPr>
          <p:cNvSpPr txBox="1"/>
          <p:nvPr/>
        </p:nvSpPr>
        <p:spPr>
          <a:xfrm>
            <a:off x="3807541" y="1621755"/>
            <a:ext cx="61009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Input parameters: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Study Time (in minutes)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Break Time (in minutes)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Processing: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Focus Score = Study Time – Break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Rule-based classification applied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Output: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Focus Score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Feedback message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Warning (if break time is excessive) </a:t>
            </a:r>
          </a:p>
        </p:txBody>
      </p:sp>
    </p:spTree>
    <p:extLst>
      <p:ext uri="{BB962C8B-B14F-4D97-AF65-F5344CB8AC3E}">
        <p14:creationId xmlns:p14="http://schemas.microsoft.com/office/powerpoint/2010/main" val="2557770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CD0B88-FF1D-DCE5-CAAA-023488B7004B}"/>
              </a:ext>
            </a:extLst>
          </p:cNvPr>
          <p:cNvSpPr txBox="1"/>
          <p:nvPr/>
        </p:nvSpPr>
        <p:spPr>
          <a:xfrm>
            <a:off x="3034480" y="420017"/>
            <a:ext cx="64376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F47548-10F8-EF6E-B7A8-40002FA41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380" y="278252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Module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 Module (Logic-based system)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Display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94A65B-709D-5D49-13BB-95E2F5CEEE01}"/>
              </a:ext>
            </a:extLst>
          </p:cNvPr>
          <p:cNvCxnSpPr>
            <a:cxnSpLocks/>
          </p:cNvCxnSpPr>
          <p:nvPr/>
        </p:nvCxnSpPr>
        <p:spPr>
          <a:xfrm>
            <a:off x="6253315" y="1730477"/>
            <a:ext cx="0" cy="304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8203ADE-7DC8-154B-393A-F9C99EFC31A0}"/>
              </a:ext>
            </a:extLst>
          </p:cNvPr>
          <p:cNvSpPr/>
          <p:nvPr/>
        </p:nvSpPr>
        <p:spPr>
          <a:xfrm>
            <a:off x="8288594" y="1489757"/>
            <a:ext cx="2172923" cy="9045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F15349-34FC-F706-DDD4-47F9D5E4D8CC}"/>
              </a:ext>
            </a:extLst>
          </p:cNvPr>
          <p:cNvSpPr/>
          <p:nvPr/>
        </p:nvSpPr>
        <p:spPr>
          <a:xfrm>
            <a:off x="8288593" y="2541978"/>
            <a:ext cx="2172923" cy="9045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106CDB-DAF8-526C-5900-B4CE342197CF}"/>
              </a:ext>
            </a:extLst>
          </p:cNvPr>
          <p:cNvSpPr/>
          <p:nvPr/>
        </p:nvSpPr>
        <p:spPr>
          <a:xfrm>
            <a:off x="8288594" y="3687097"/>
            <a:ext cx="2172923" cy="9045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Processing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105682-E1B5-7BCF-B31A-FEA8685A5D27}"/>
              </a:ext>
            </a:extLst>
          </p:cNvPr>
          <p:cNvSpPr/>
          <p:nvPr/>
        </p:nvSpPr>
        <p:spPr>
          <a:xfrm>
            <a:off x="8288592" y="4832216"/>
            <a:ext cx="2172923" cy="9045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CBF15C-8F5A-C8E2-E19B-8E4F1586BAFC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9375055" y="2394325"/>
            <a:ext cx="1" cy="147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A16028-3375-0EA9-F1C5-3AC19223F06E}"/>
              </a:ext>
            </a:extLst>
          </p:cNvPr>
          <p:cNvCxnSpPr/>
          <p:nvPr/>
        </p:nvCxnSpPr>
        <p:spPr>
          <a:xfrm flipH="1">
            <a:off x="9375052" y="3520203"/>
            <a:ext cx="1" cy="147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3C1897-3F48-CE84-A19D-5A80648C17EB}"/>
              </a:ext>
            </a:extLst>
          </p:cNvPr>
          <p:cNvCxnSpPr/>
          <p:nvPr/>
        </p:nvCxnSpPr>
        <p:spPr>
          <a:xfrm flipH="1">
            <a:off x="9375052" y="4630824"/>
            <a:ext cx="1" cy="147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64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3AA2D0-F197-186F-2BD7-88727F76E1C2}"/>
              </a:ext>
            </a:extLst>
          </p:cNvPr>
          <p:cNvSpPr txBox="1"/>
          <p:nvPr/>
        </p:nvSpPr>
        <p:spPr>
          <a:xfrm>
            <a:off x="3433916" y="252869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Technology Used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4D2912-41EB-21D2-1B67-8FD7356E8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651" y="1859340"/>
            <a:ext cx="660469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programming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building interactive 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Rule-based logic: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quick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2744594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A5D1DC-C331-1335-4F7D-1DEB17F08D13}"/>
              </a:ext>
            </a:extLst>
          </p:cNvPr>
          <p:cNvSpPr txBox="1"/>
          <p:nvPr/>
        </p:nvSpPr>
        <p:spPr>
          <a:xfrm>
            <a:off x="3040626" y="351192"/>
            <a:ext cx="62508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Output /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08A344-729D-D5E3-1638-133DCE8DB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48" y="1980181"/>
            <a:ext cx="580479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calculated focus score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categorized feedback instantly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Warns user about excessive break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interactive interface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091C68-E2E0-4E1C-4929-3FF7DF067778}"/>
              </a:ext>
            </a:extLst>
          </p:cNvPr>
          <p:cNvCxnSpPr/>
          <p:nvPr/>
        </p:nvCxnSpPr>
        <p:spPr>
          <a:xfrm>
            <a:off x="6276742" y="1634613"/>
            <a:ext cx="0" cy="35887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F05C347-7B0D-24B4-C10C-EE63FEFB8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981" y="1366855"/>
            <a:ext cx="4994786" cy="22415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5244AA-B446-537F-F0BD-468D959DD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975" y="3731260"/>
            <a:ext cx="4994786" cy="231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21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BD8342-FE39-B4E4-1DE6-7F6377D78975}"/>
              </a:ext>
            </a:extLst>
          </p:cNvPr>
          <p:cNvSpPr txBox="1"/>
          <p:nvPr/>
        </p:nvSpPr>
        <p:spPr>
          <a:xfrm>
            <a:off x="4043516" y="292198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3F9755-7A7B-AC89-40AE-8F4A442DF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625" y="1756187"/>
            <a:ext cx="508504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understand and 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processing with minimal input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improve self-discipline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and efficient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extended easily </a:t>
            </a:r>
          </a:p>
        </p:txBody>
      </p:sp>
    </p:spTree>
    <p:extLst>
      <p:ext uri="{BB962C8B-B14F-4D97-AF65-F5344CB8AC3E}">
        <p14:creationId xmlns:p14="http://schemas.microsoft.com/office/powerpoint/2010/main" val="3657966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95DA6-3601-6404-631D-996F289D9D6D}"/>
              </a:ext>
            </a:extLst>
          </p:cNvPr>
          <p:cNvSpPr txBox="1"/>
          <p:nvPr/>
        </p:nvSpPr>
        <p:spPr>
          <a:xfrm>
            <a:off x="4053348" y="243037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Limitations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E5D77D-0A1D-B26C-5DD8-EE087B479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767" y="1623762"/>
            <a:ext cx="606749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Depends on manual input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track real-time behavior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basic rule-based logic instead of ML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personalization </a:t>
            </a:r>
          </a:p>
        </p:txBody>
      </p:sp>
    </p:spTree>
    <p:extLst>
      <p:ext uri="{BB962C8B-B14F-4D97-AF65-F5344CB8AC3E}">
        <p14:creationId xmlns:p14="http://schemas.microsoft.com/office/powerpoint/2010/main" val="711362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2C9BCB-0C8F-009A-8715-A81B1FF130DB}"/>
              </a:ext>
            </a:extLst>
          </p:cNvPr>
          <p:cNvSpPr txBox="1"/>
          <p:nvPr/>
        </p:nvSpPr>
        <p:spPr>
          <a:xfrm>
            <a:off x="3896032" y="282366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59CDB3-3FF7-C844-6F82-FF3452513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942" y="1510381"/>
            <a:ext cx="59586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mobile applications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AI/ML-based focus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tracking using sensors or apps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study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 and reminder system </a:t>
            </a:r>
          </a:p>
        </p:txBody>
      </p:sp>
    </p:spTree>
    <p:extLst>
      <p:ext uri="{BB962C8B-B14F-4D97-AF65-F5344CB8AC3E}">
        <p14:creationId xmlns:p14="http://schemas.microsoft.com/office/powerpoint/2010/main" val="4252249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00C6A1-1E6D-517F-F410-C6D4D46ACCC9}"/>
              </a:ext>
            </a:extLst>
          </p:cNvPr>
          <p:cNvSpPr txBox="1"/>
          <p:nvPr/>
        </p:nvSpPr>
        <p:spPr>
          <a:xfrm>
            <a:off x="4023852" y="420018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1DE2C6-8749-F688-FCD5-C299428AA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548" y="1822865"/>
            <a:ext cx="840326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a simple way to evaluate study habits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users become aware of their actual productivity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better time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enhanced into a smart productivity tool </a:t>
            </a:r>
          </a:p>
        </p:txBody>
      </p:sp>
    </p:spTree>
    <p:extLst>
      <p:ext uri="{BB962C8B-B14F-4D97-AF65-F5344CB8AC3E}">
        <p14:creationId xmlns:p14="http://schemas.microsoft.com/office/powerpoint/2010/main" val="1136611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DBD9C-F6A8-94DF-E42D-9A48EF70EC55}"/>
              </a:ext>
            </a:extLst>
          </p:cNvPr>
          <p:cNvSpPr txBox="1"/>
          <p:nvPr/>
        </p:nvSpPr>
        <p:spPr>
          <a:xfrm>
            <a:off x="4198374" y="727587"/>
            <a:ext cx="33806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9E296-3A97-418B-2E15-064B5BE6AACD}"/>
              </a:ext>
            </a:extLst>
          </p:cNvPr>
          <p:cNvSpPr txBox="1"/>
          <p:nvPr/>
        </p:nvSpPr>
        <p:spPr>
          <a:xfrm>
            <a:off x="2131972" y="2905780"/>
            <a:ext cx="105598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small improvements today lead to better outcomes tomorrow.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5585604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35</TotalTime>
  <Words>425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nikamshivani15@outlook.com</dc:creator>
  <cp:lastModifiedBy>nikamshivani15@outlook.com</cp:lastModifiedBy>
  <cp:revision>1</cp:revision>
  <dcterms:created xsi:type="dcterms:W3CDTF">2026-04-08T16:31:24Z</dcterms:created>
  <dcterms:modified xsi:type="dcterms:W3CDTF">2026-04-08T17:06:55Z</dcterms:modified>
</cp:coreProperties>
</file>